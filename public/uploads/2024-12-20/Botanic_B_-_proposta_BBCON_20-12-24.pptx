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Lora" pitchFamily="2" charset="0"/>
      <p:regular r:id="rId9"/>
      <p:bold r:id="rId10"/>
      <p:italic r:id="rId11"/>
      <p:boldItalic r:id="rId12"/>
    </p:embeddedFont>
    <p:embeddedFont>
      <p:font typeface="Lora Medium" pitchFamily="2" charset="0"/>
      <p:regular r:id="rId13"/>
      <p:bold r:id="rId14"/>
      <p:italic r:id="rId15"/>
      <p:boldItalic r:id="rId16"/>
    </p:embeddedFont>
    <p:embeddedFont>
      <p:font typeface="Lora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510E43-26D0-4495-967C-FF2BA534FFD7}">
  <a:tblStyle styleId="{9A510E43-26D0-4495-967C-FF2BA534FF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1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1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efefe15a1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1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efefe15a1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efefe15a1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efefe15a1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efefe15a1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efefe15a1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efefe15a1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efefe15a1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efefe15a1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efefe15a1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8100" cy="40908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300" cy="36951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marL="457200" lvl="0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6195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61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50936" y="132400"/>
            <a:ext cx="8842127" cy="48786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33" y="0"/>
            <a:ext cx="9262531" cy="521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33" y="0"/>
            <a:ext cx="9262531" cy="521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75900" y="1587600"/>
            <a:ext cx="4812000" cy="29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PROPOSTA DE LOCAÇÃO</a:t>
            </a:r>
            <a:endParaRPr sz="2100" b="1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Data o Evento: 20/12/2024</a:t>
            </a:r>
            <a:endParaRPr sz="2100" dirty="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Local do Evento: EXC</a:t>
            </a:r>
            <a:endParaRPr sz="2100" dirty="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Nº de pessoas: 350</a:t>
            </a: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Evento da BBCON</a:t>
            </a:r>
            <a:endParaRPr sz="2300" dirty="0">
              <a:solidFill>
                <a:schemeClr val="dk2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6"/>
          <p:cNvGraphicFramePr/>
          <p:nvPr>
            <p:extLst>
              <p:ext uri="{D42A27DB-BD31-4B8C-83A1-F6EECF244321}">
                <p14:modId xmlns:p14="http://schemas.microsoft.com/office/powerpoint/2010/main" val="13717886"/>
              </p:ext>
            </p:extLst>
          </p:nvPr>
        </p:nvGraphicFramePr>
        <p:xfrm>
          <a:off x="1390363" y="971500"/>
          <a:ext cx="6341050" cy="3263950"/>
        </p:xfrm>
        <a:graphic>
          <a:graphicData uri="http://schemas.openxmlformats.org/drawingml/2006/table">
            <a:tbl>
              <a:tblPr bandRow="1">
                <a:noFill/>
                <a:tableStyleId>{9A510E43-26D0-4495-967C-FF2BA534FFD7}</a:tableStyleId>
              </a:tblPr>
              <a:tblGrid>
                <a:gridCol w="158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DESCRIÇÃO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QUANTIDADE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UNITÁRIO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TOTAL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Sonorização para pista de dança ou plenária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R$ 5.500,00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R$ 5.500,00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Iluminação para </a:t>
                      </a:r>
                      <a:r>
                        <a:rPr lang="pt-BR" sz="1100" dirty="0" err="1">
                          <a:latin typeface="Lora"/>
                          <a:ea typeface="Lora"/>
                          <a:cs typeface="Lora"/>
                          <a:sym typeface="Lora"/>
                        </a:rPr>
                        <a:t>rider</a:t>
                      </a: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artístico ou plenária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R$ 5.800,00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R$ 5.800,00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Palco com  até 8 x4 acabamento em carpete preto.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R$ 3.750,00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R$ 3.750,00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Valor Total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TOTAL: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R$ 15.050,00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1684350" y="1588000"/>
            <a:ext cx="30000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100" b="1">
                <a:latin typeface="Lora"/>
                <a:ea typeface="Lora"/>
                <a:cs typeface="Lora"/>
                <a:sym typeface="Lora"/>
              </a:rPr>
              <a:t>ADICIONAIS </a:t>
            </a:r>
            <a:endParaRPr sz="1100" b="1"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77" name="Google Shape;77;p17"/>
          <p:cNvGraphicFramePr/>
          <p:nvPr>
            <p:extLst>
              <p:ext uri="{D42A27DB-BD31-4B8C-83A1-F6EECF244321}">
                <p14:modId xmlns:p14="http://schemas.microsoft.com/office/powerpoint/2010/main" val="3707149613"/>
              </p:ext>
            </p:extLst>
          </p:nvPr>
        </p:nvGraphicFramePr>
        <p:xfrm>
          <a:off x="1779588" y="2184087"/>
          <a:ext cx="5584825" cy="2493888"/>
        </p:xfrm>
        <a:graphic>
          <a:graphicData uri="http://schemas.openxmlformats.org/drawingml/2006/table">
            <a:tbl>
              <a:tblPr bandRow="1">
                <a:noFill/>
                <a:tableStyleId>{9A510E43-26D0-4495-967C-FF2BA534FFD7}</a:tableStyleId>
              </a:tblPr>
              <a:tblGrid>
                <a:gridCol w="18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Painel de led 6 x4 , sai do DJ.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R$ 12.550,00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Rider essencial de banda e </a:t>
                      </a:r>
                      <a:r>
                        <a:rPr lang="pt-BR" sz="1100" dirty="0" err="1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conplementos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R$ 5.450,00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2726590962"/>
                  </a:ext>
                </a:extLst>
              </a:tr>
              <a:tr h="551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Operador de áudio visual O VJ para conteúdo.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R$ 800.00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844867270"/>
                  </a:ext>
                </a:extLst>
              </a:tr>
              <a:tr h="4401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Equipe operacional de montagem e para produção de conteúdo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R$ 2.500,00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3587303826"/>
                  </a:ext>
                </a:extLst>
              </a:tr>
              <a:tr h="33593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Total 1 + Total 2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A partir de R$ 36.350,00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2357144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427050" y="952675"/>
            <a:ext cx="4532400" cy="3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b="1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FORMA DE PAGAMENTO</a:t>
            </a:r>
            <a:endParaRPr sz="1100" b="1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Sinal (50%): na assinatura do contrato.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Restante (50%): 25 dias antes do evento.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ID Cliente:</a:t>
            </a: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</a:t>
            </a:r>
            <a:r>
              <a:rPr lang="pt-BR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20/12/2024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 SemiBold"/>
                <a:ea typeface="Lora SemiBold"/>
                <a:cs typeface="Lora SemiBold"/>
                <a:sym typeface="Lora SemiBold"/>
              </a:rPr>
              <a:t>Dados para faturamento:    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Stone Instituição de Pagamentos</a:t>
            </a: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Agência: 0001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Conta: 53650-8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CNPJ: 36.147.661/0001-91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Titular: Guga </a:t>
            </a:r>
            <a:r>
              <a:rPr lang="pt-BR" sz="1100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Wigert</a:t>
            </a: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DJ e Produção de Eventos</a:t>
            </a: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215</Words>
  <Application>Microsoft Office PowerPoint</Application>
  <PresentationFormat>Apresentação na tela (16:9)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Lora SemiBold</vt:lpstr>
      <vt:lpstr>Lora Medium</vt:lpstr>
      <vt:lpstr>Arial</vt:lpstr>
      <vt:lpstr>Lora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ExC Rio Operacional</dc:creator>
  <cp:lastModifiedBy>ExC Rio Operacional</cp:lastModifiedBy>
  <cp:revision>11</cp:revision>
  <dcterms:modified xsi:type="dcterms:W3CDTF">2024-07-12T19:17:07Z</dcterms:modified>
</cp:coreProperties>
</file>