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ora" pitchFamily="2" charset="0"/>
      <p:regular r:id="rId9"/>
      <p:bold r:id="rId10"/>
      <p:italic r:id="rId11"/>
      <p:boldItalic r:id="rId12"/>
    </p:embeddedFont>
    <p:embeddedFont>
      <p:font typeface="Lora Medium" pitchFamily="2" charset="0"/>
      <p:regular r:id="rId13"/>
      <p:bold r:id="rId14"/>
      <p:italic r:id="rId15"/>
      <p:boldItalic r:id="rId16"/>
    </p:embeddedFont>
    <p:embeddedFont>
      <p:font typeface="Lora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510E43-26D0-4495-967C-FF2BA534FFD7}">
  <a:tblStyle styleId="{9A510E43-26D0-4495-967C-FF2BA534FF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fefe15a1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fefe15a1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fefe15a1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fefe15a1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fefe15a1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efefe15a1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fefe15a1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efefe15a1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fefe15a1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efefe15a1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8100" cy="4090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300" cy="369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0936" y="132400"/>
            <a:ext cx="8842127" cy="4878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75900" y="1587600"/>
            <a:ext cx="48120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15/05/2024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350</a:t>
            </a:r>
            <a:endParaRPr sz="2300" dirty="0">
              <a:solidFill>
                <a:schemeClr val="dk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>
            <p:extLst>
              <p:ext uri="{D42A27DB-BD31-4B8C-83A1-F6EECF244321}">
                <p14:modId xmlns:p14="http://schemas.microsoft.com/office/powerpoint/2010/main" val="187059065"/>
              </p:ext>
            </p:extLst>
          </p:nvPr>
        </p:nvGraphicFramePr>
        <p:xfrm>
          <a:off x="1390363" y="971500"/>
          <a:ext cx="6341050" cy="3309125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58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para pista de dança ou plenária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R$ 5.000,00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R$ 5.500,00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</a:t>
                      </a:r>
                      <a:r>
                        <a:rPr lang="pt-BR" sz="1100" dirty="0" err="1">
                          <a:latin typeface="Lora"/>
                          <a:ea typeface="Lora"/>
                          <a:cs typeface="Lora"/>
                          <a:sym typeface="Lora"/>
                        </a:rPr>
                        <a:t>rider</a:t>
                      </a: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artístico ou plenária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R$ 5.240,00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R$ 5.740,00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6 x 6 acabamento em carpete preto </a:t>
                      </a:r>
                      <a:r>
                        <a:rPr lang="pt-BR" sz="1100" dirty="0" err="1">
                          <a:latin typeface="Lora"/>
                          <a:ea typeface="Lora"/>
                          <a:cs typeface="Lora"/>
                          <a:sym typeface="Lora"/>
                        </a:rPr>
                        <a:t>hexagonoal</a:t>
                      </a: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com 3 degraus.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R$ 7.750,00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R$ 7.750,00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R$ 18.990,00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684350" y="1588000"/>
            <a:ext cx="30000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100" b="1"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1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77" name="Google Shape;77;p17"/>
          <p:cNvGraphicFramePr/>
          <p:nvPr>
            <p:extLst>
              <p:ext uri="{D42A27DB-BD31-4B8C-83A1-F6EECF244321}">
                <p14:modId xmlns:p14="http://schemas.microsoft.com/office/powerpoint/2010/main" val="900063839"/>
              </p:ext>
            </p:extLst>
          </p:nvPr>
        </p:nvGraphicFramePr>
        <p:xfrm>
          <a:off x="1779588" y="2184087"/>
          <a:ext cx="5584825" cy="1279018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8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1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Painel de projeção de 3x3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Com dimensão de 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R$ 13.750,00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montagem e para produção de conteúdo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R$ 2.800,00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3587303826"/>
                  </a:ext>
                </a:extLst>
              </a:tr>
              <a:tr h="335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R$ 35.540,00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357144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427050" y="952675"/>
            <a:ext cx="4532400" cy="3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</a:t>
            </a:r>
            <a:r>
              <a:rPr lang="pt-BR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15/05/2024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190</Words>
  <Application>Microsoft Office PowerPoint</Application>
  <PresentationFormat>Apresentação na tela (16:9)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Lora Medium</vt:lpstr>
      <vt:lpstr>Lora</vt:lpstr>
      <vt:lpstr>Lora SemiBold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ExC Rio Operacional</dc:creator>
  <cp:lastModifiedBy>ExC Rio Operacional</cp:lastModifiedBy>
  <cp:revision>7</cp:revision>
  <dcterms:modified xsi:type="dcterms:W3CDTF">2024-05-02T17:12:02Z</dcterms:modified>
</cp:coreProperties>
</file>