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63E6B93-56EE-4F7E-83D4-FD2D2B406A9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650FCD-6B1D-4224-8ACE-CB7B6499C19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0AEC38-525A-4EFE-A947-571325294D0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AC6AA84-010E-48F0-B8D8-BAD25D8A841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47EFDB-209E-484F-B505-44A1D40F410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C4B2C5-F6AC-4725-A007-FF01C168C30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83B48EE-4835-41AE-AD51-5262FCA966E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1B248C-158C-4314-90A9-AB68A278957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C7C229E-26A0-468C-89E0-75B64BF08F2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C7D71B2-4049-438C-9522-10E40DDF6DD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B24AC0-9139-4C32-99E2-9F0E008E8759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EFE31FB-A2A1-4596-8314-410070C814A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098417-27BB-41FD-BC4B-D9340CFB3E10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B9F4FE-657E-4A5E-A381-0D718B52C716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B8867D-51B4-45C5-8F7C-EF8B6C153060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863A9B-31C6-44AE-9DCB-8DB9ED91FD69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99066B-018F-481A-97EF-2A2EB11C5EF6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263EC7-03D3-44B0-B3F5-512140A97E55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CAF8F9-9419-4D07-A04C-292DB7DDA23B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03F800-046E-4C17-B456-EF07F18CBC6D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E9FE2C-E37F-4E11-A91B-A403B8B51FC4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088D00-AB34-4C20-AD07-DC51B8408042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37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5120" rIns="105120" tIns="105120" bIns="105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7B2D80-A169-4DBD-BCEA-BCD4D87C4F86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9;p1" descr=""/>
          <p:cNvPicPr/>
          <p:nvPr/>
        </p:nvPicPr>
        <p:blipFill>
          <a:blip r:embed="rId2"/>
          <a:stretch/>
        </p:blipFill>
        <p:spPr>
          <a:xfrm>
            <a:off x="150840" y="132480"/>
            <a:ext cx="8841240" cy="487800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105120" rIns="105120" t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ED1691-2CD8-4041-9DFD-1AFB45EF2BB4}" type="slidenum">
              <a:rPr b="0" lang="pt-BR" sz="1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55;p13" descr=""/>
          <p:cNvPicPr/>
          <p:nvPr/>
        </p:nvPicPr>
        <p:blipFill>
          <a:blip r:embed="rId1"/>
          <a:stretch/>
        </p:blipFill>
        <p:spPr>
          <a:xfrm>
            <a:off x="-118440" y="0"/>
            <a:ext cx="9261720" cy="520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60;p14" descr=""/>
          <p:cNvPicPr/>
          <p:nvPr/>
        </p:nvPicPr>
        <p:blipFill>
          <a:blip r:embed="rId1"/>
          <a:stretch/>
        </p:blipFill>
        <p:spPr>
          <a:xfrm>
            <a:off x="-118440" y="0"/>
            <a:ext cx="9261720" cy="5209560"/>
          </a:xfrm>
          <a:prstGeom prst="rect">
            <a:avLst/>
          </a:prstGeom>
          <a:ln w="0">
            <a:noFill/>
          </a:ln>
        </p:spPr>
      </p:pic>
      <p:pic>
        <p:nvPicPr>
          <p:cNvPr id="47" name="Google Shape;61;p14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66;p15"/>
          <p:cNvSpPr/>
          <p:nvPr/>
        </p:nvSpPr>
        <p:spPr>
          <a:xfrm>
            <a:off x="375840" y="1587600"/>
            <a:ext cx="4811400" cy="29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7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chemeClr val="dk1"/>
                </a:solidFill>
                <a:latin typeface="Lora"/>
                <a:ea typeface="Lora"/>
              </a:rPr>
              <a:t>PROPOSTA DE LOCAÇÃO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pt-BR" sz="2100" spc="-1" strike="noStrike">
                <a:solidFill>
                  <a:schemeClr val="dk1"/>
                </a:solidFill>
                <a:latin typeface="Lora Medium"/>
                <a:ea typeface="Lora Medium"/>
              </a:rPr>
              <a:t>Data o Evento: 30/10/2024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pt-BR" sz="2100" spc="-1" strike="noStrike">
                <a:solidFill>
                  <a:schemeClr val="dk1"/>
                </a:solidFill>
                <a:latin typeface="Lora Medium"/>
                <a:ea typeface="Lora Medium"/>
              </a:rPr>
              <a:t>Local do Evento: EXC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pt-BR" sz="2100" spc="-1" strike="noStrike">
                <a:solidFill>
                  <a:schemeClr val="dk1"/>
                </a:solidFill>
                <a:latin typeface="Lora Medium"/>
                <a:ea typeface="Lora Medium"/>
              </a:rPr>
              <a:t>Nº de pessoas: 200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pt-BR" sz="2100" spc="-1" strike="noStrike">
                <a:solidFill>
                  <a:schemeClr val="dk1"/>
                </a:solidFill>
                <a:latin typeface="Lora Medium"/>
                <a:ea typeface="Lora Medium"/>
              </a:rPr>
              <a:t>Botafogo Libertadores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71;p16"/>
          <p:cNvGraphicFramePr/>
          <p:nvPr/>
        </p:nvGraphicFramePr>
        <p:xfrm>
          <a:off x="1390320" y="971640"/>
          <a:ext cx="6339960" cy="3367800"/>
        </p:xfrm>
        <a:graphic>
          <a:graphicData uri="http://schemas.openxmlformats.org/drawingml/2006/table">
            <a:tbl>
              <a:tblPr/>
              <a:tblGrid>
                <a:gridCol w="1584720"/>
                <a:gridCol w="1584720"/>
                <a:gridCol w="1585440"/>
                <a:gridCol w="1585440"/>
              </a:tblGrid>
              <a:tr h="4748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DESCRIÇÃO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QUANTIDADE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UNITÁRIO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TOTAL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86292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Sonorização para palco e launde ou plenária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</a:t>
                      </a: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1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R$ 4.250,00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R$ 4.250,00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942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Iluminação para rider  artístico, e palco ou plenária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</a:t>
                      </a: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1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R$ 4.350,00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R$ 4.350,00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272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Palco com  até 6 x 4 acabamento em carpete preto com 40cm 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 </a:t>
                      </a: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1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R$ 2.250,00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R$ 2.250,00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24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Valor Total 1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endParaRPr b="0" lang="pt-BR" sz="1100" spc="-1" strike="noStrike">
                        <a:solidFill>
                          <a:srgbClr val="000000"/>
                        </a:solidFill>
                        <a:latin typeface="Lora"/>
                        <a:ea typeface="Lora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TOTAL: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R$ 10.850,00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76;p17"/>
          <p:cNvSpPr/>
          <p:nvPr/>
        </p:nvSpPr>
        <p:spPr>
          <a:xfrm>
            <a:off x="1684440" y="1587960"/>
            <a:ext cx="29991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pt-BR" sz="1100" spc="-1" strike="noStrike">
                <a:solidFill>
                  <a:srgbClr val="000000"/>
                </a:solidFill>
                <a:latin typeface="Lora"/>
                <a:ea typeface="Lora"/>
              </a:rPr>
              <a:t>ADICIONAIS 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" name="Google Shape;77;p17"/>
          <p:cNvGraphicFramePr/>
          <p:nvPr/>
        </p:nvGraphicFramePr>
        <p:xfrm>
          <a:off x="1779480" y="2184120"/>
          <a:ext cx="5583600" cy="2043000"/>
        </p:xfrm>
        <a:graphic>
          <a:graphicData uri="http://schemas.openxmlformats.org/drawingml/2006/table">
            <a:tbl>
              <a:tblPr/>
              <a:tblGrid>
                <a:gridCol w="1766160"/>
                <a:gridCol w="1955520"/>
                <a:gridCol w="1862280"/>
              </a:tblGrid>
              <a:tr h="54828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Painel de led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Com dimensão de 6 x 4  mais 2 microfone e carpete preto led 1 metro do palco 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</a:t>
                      </a: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1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A partir de R$ 8.250,00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988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Equipe operacional de produção do áudio visual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</a:t>
                      </a: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1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Valor R$  1,550,00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880"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Valor Total 1 + Total 2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</a:t>
                      </a: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1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100" spc="-1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A partir de R$ 20 .650,00</a:t>
                      </a:r>
                      <a:endParaRPr b="0" lang="pt-B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82;p18"/>
          <p:cNvSpPr/>
          <p:nvPr/>
        </p:nvSpPr>
        <p:spPr>
          <a:xfrm>
            <a:off x="426960" y="952560"/>
            <a:ext cx="4531680" cy="34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7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FORMA DE PAGAMENTO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Sinal (50%): na assinatura do contrato.</a:t>
            </a:r>
            <a:br>
              <a:rPr sz="1100"/>
            </a:b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Restante (50%): 25 dias antes do evento.</a:t>
            </a:r>
            <a:br>
              <a:rPr sz="1100"/>
            </a:br>
            <a:br>
              <a:rPr sz="1100"/>
            </a:b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ID Cliente: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Data: 30/10/2024</a:t>
            </a:r>
            <a:br>
              <a:rPr sz="1100"/>
            </a:b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pt-BR" sz="1100" spc="-1" strike="noStrike">
                <a:solidFill>
                  <a:schemeClr val="dk1"/>
                </a:solidFill>
                <a:latin typeface="Lora SemiBold"/>
                <a:ea typeface="Lora SemiBold"/>
              </a:rPr>
              <a:t>Dados para faturamento:    </a:t>
            </a:r>
            <a:br>
              <a:rPr sz="1100"/>
            </a:b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Stone Instituição de Pagamentos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Agência: 0001</a:t>
            </a:r>
            <a:br>
              <a:rPr sz="1100"/>
            </a:b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Conta: 53650-8</a:t>
            </a:r>
            <a:br>
              <a:rPr sz="1100"/>
            </a:b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CNPJ: 36.147.661/0001-91</a:t>
            </a:r>
            <a:br>
              <a:rPr sz="1100"/>
            </a:br>
            <a:r>
              <a:rPr b="0" lang="pt-BR" sz="1100" spc="-1" strike="noStrike">
                <a:solidFill>
                  <a:schemeClr val="dk1"/>
                </a:solidFill>
                <a:latin typeface="Lora"/>
                <a:ea typeface="Lora"/>
              </a:rPr>
              <a:t>Titular: Guga Wigert DJ e Produção de Eventos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"/>
          <p:cNvGraphicFramePr/>
          <p:nvPr/>
        </p:nvGraphicFramePr>
        <p:xfrm>
          <a:off x="457200" y="1203480"/>
          <a:ext cx="8228880" cy="2345760"/>
        </p:xfrm>
        <a:graphic>
          <a:graphicData uri="http://schemas.openxmlformats.org/drawingml/2006/table">
            <a:tbl>
              <a:tblPr/>
              <a:tblGrid>
                <a:gridCol w="4114440"/>
                <a:gridCol w="411480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marL="216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Equipamento de Som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pt-B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 Line Array LS áudio Easyline E-6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 Subs LS áudio 18” E-118p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Console Soundcarft Ui24r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Processador DB Séries 3x6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Amplificador DB Séries LD 2k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Amplificador DB Séries LD 6000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Microfone sem fio Sennheiser EW 100 G4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Controladora Pionner Dj Xdj RX2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pt-B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</a:t>
                      </a: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Equipamento de Luz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pt-BR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12 Moving head bean 9R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 par 64 led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Par led cob 200w quente e frio 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Máquina de fumaça HB light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10 Ribalta 18x12 watts rgbw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 Strobo 1000 watts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 Mesa DMX 1024 Thunderlight</a:t>
                      </a:r>
                      <a:endParaRPr b="0" lang="pt-B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Application>LibreOffice/24.2.6.2$Linux_X86_64 LibreOffice_project/420$Build-2</Application>
  <AppVersion>15.0000</AppVersion>
  <Words>204</Words>
  <Paragraphs>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ExC Rio Operacional</dc:creator>
  <dc:description/>
  <dc:language>pt-BR</dc:language>
  <cp:lastModifiedBy/>
  <dcterms:modified xsi:type="dcterms:W3CDTF">2024-10-22T14:57:16Z</dcterms:modified>
  <cp:revision>17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6</vt:i4>
  </property>
</Properties>
</file>