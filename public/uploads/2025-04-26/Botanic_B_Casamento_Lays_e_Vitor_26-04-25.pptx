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  <p:sldMasterId id="2147483662" r:id="rId3"/>
    <p:sldMasterId id="2147483663" r:id="rId4"/>
    <p:sldMasterId id="2147483664" r:id="rId5"/>
    <p:sldMasterId id="2147483665" r:id="rId6"/>
    <p:sldMasterId id="2147483666" r:id="rId7"/>
    <p:sldMasterId id="2147483667" r:id="rId8"/>
    <p:sldMasterId id="2147483668" r:id="rId9"/>
    <p:sldMasterId id="2147483669" r:id="rId10"/>
    <p:sldMasterId id="2147483670" r:id="rId11"/>
    <p:sldMasterId id="2147483671" r:id="rId12"/>
  </p:sldMasterIdLst>
  <p:notesMasterIdLst>
    <p:notesMasterId r:id="rId20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9144000" cy="5143500" type="screen16x9"/>
  <p:notesSz cx="7559675" cy="10691813"/>
  <p:embeddedFontLst>
    <p:embeddedFont>
      <p:font typeface="Lora" pitchFamily="2" charset="0"/>
      <p:regular r:id="rId21"/>
      <p:bold r:id="rId22"/>
      <p:italic r:id="rId23"/>
      <p:boldItalic r:id="rId24"/>
    </p:embeddedFont>
    <p:embeddedFont>
      <p:font typeface="Lora Medium" pitchFamily="2" charset="0"/>
      <p:regular r:id="rId25"/>
      <p:bold r:id="rId26"/>
      <p:italic r:id="rId27"/>
      <p:boldItalic r:id="rId28"/>
    </p:embeddedFont>
    <p:embeddedFont>
      <p:font typeface="Lora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0E116B-6B34-4785-ABC1-6E2E67DBD128}">
  <a:tblStyle styleId="{300E116B-6B34-4785-ABC1-6E2E67DBD1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44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2"/>
          </p:nvPr>
        </p:nvSpPr>
        <p:spPr>
          <a:xfrm>
            <a:off x="4673880" y="1203480"/>
            <a:ext cx="401544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2"/>
          </p:nvPr>
        </p:nvSpPr>
        <p:spPr>
          <a:xfrm>
            <a:off x="4673880" y="1203480"/>
            <a:ext cx="401508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2920" cy="51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/>
          <p:nvPr/>
        </p:nvSpPr>
        <p:spPr>
          <a:xfrm>
            <a:off x="375840" y="1587600"/>
            <a:ext cx="4811040" cy="29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PROPOSTA DE LOCAÇÃO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Data o Evento: 26/04/2025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Local do Evento: EXC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Nº de pessoas: 300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1598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Casamento </a:t>
            </a:r>
            <a:r>
              <a:rPr lang="pt-BR" sz="2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Lays</a:t>
            </a:r>
            <a:r>
              <a:rPr lang="pt-BR" sz="2100" dirty="0"/>
              <a:t> e Vitor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28"/>
          <p:cNvGraphicFramePr/>
          <p:nvPr>
            <p:extLst>
              <p:ext uri="{D42A27DB-BD31-4B8C-83A1-F6EECF244321}">
                <p14:modId xmlns:p14="http://schemas.microsoft.com/office/powerpoint/2010/main" val="3945111628"/>
              </p:ext>
            </p:extLst>
          </p:nvPr>
        </p:nvGraphicFramePr>
        <p:xfrm>
          <a:off x="1390320" y="971640"/>
          <a:ext cx="6340350" cy="3307000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15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DESCRIÇÃO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QUANTIDADE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UNITÁRIO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TOTAL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Sonorização ao Vivo para palco e Banda ou DJ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R$ 11.350,00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R$ 11.350,00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Iluminação para Rider  artístico, e palco e pista de dança. 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R$ 7.340,00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R$ 7.340,00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Palco com  até 7 x 4 acabamento em carpete preto com 40cm 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R$ 2.800,00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R$ 2.800,00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Valor Total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strike="noStrike">
                        <a:solidFill>
                          <a:srgbClr val="000000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TOTAL: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R$ 21.490,00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1714176" y="866847"/>
            <a:ext cx="2998800" cy="59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ADICIONAIS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29"/>
          <p:cNvGraphicFramePr/>
          <p:nvPr>
            <p:extLst>
              <p:ext uri="{D42A27DB-BD31-4B8C-83A1-F6EECF244321}">
                <p14:modId xmlns:p14="http://schemas.microsoft.com/office/powerpoint/2010/main" val="2670629798"/>
              </p:ext>
            </p:extLst>
          </p:nvPr>
        </p:nvGraphicFramePr>
        <p:xfrm>
          <a:off x="1330713" y="1583473"/>
          <a:ext cx="6062453" cy="1425673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1500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38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Equipe operacional de produção do áudio visual e montagem.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 2,450,00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7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Total 1 + Total 2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A partir de R$ 23.940,00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/>
        </p:nvSpPr>
        <p:spPr>
          <a:xfrm>
            <a:off x="426960" y="952560"/>
            <a:ext cx="4531320" cy="3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FORMA DE PAGAMENTO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Sinal (50%): na assinatura do contrato.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Restante (50%): 25 dias antes do evento.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ID Cliente: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Data: 26/04/2025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 SemiBold"/>
                <a:ea typeface="Lora SemiBold"/>
                <a:cs typeface="Lora SemiBold"/>
                <a:sym typeface="Lora SemiBold"/>
              </a:rPr>
              <a:t>Dados para faturamento:    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Stone Instituição de Pagamentos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Agência: 0001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Conta: 53650-8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CNPJ: 36.147.661/0001-91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Titular: Guga </a:t>
            </a:r>
            <a:r>
              <a:rPr lang="pt-BR" sz="11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Wigert</a:t>
            </a: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DJ e Produção de Eventos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31"/>
          <p:cNvGraphicFramePr/>
          <p:nvPr/>
        </p:nvGraphicFramePr>
        <p:xfrm>
          <a:off x="457200" y="555780"/>
          <a:ext cx="8229250" cy="3947170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41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0475">
                <a:tc>
                  <a:txBody>
                    <a:bodyPr/>
                    <a:lstStyle/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 de Som </a:t>
                      </a:r>
                      <a:r>
                        <a:rPr lang="pt-BR" sz="1600"/>
                        <a:t>+ rider</a:t>
                      </a:r>
                      <a:endParaRPr sz="1200"/>
                    </a:p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Line Array </a:t>
                      </a:r>
                      <a:r>
                        <a:rPr lang="pt-BR" sz="1200"/>
                        <a:t>DB acustica  AL-1061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Subs</a:t>
                      </a:r>
                      <a:r>
                        <a:rPr lang="pt-BR" sz="1200"/>
                        <a:t> DB acústica 18” AES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Console </a:t>
                      </a:r>
                      <a:r>
                        <a:rPr lang="pt-BR" sz="1200"/>
                        <a:t>Behringer X32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Processador DB Séries 3x6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Amplificador DB Séries LD 2k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Amplificador DB Séries LD 6000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2 Caixas para monitor D.A.S. Vantec 12A 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DJ Boot The Box PRo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3 sistemas In Ear Xvive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Power play behringer 8 vias 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10 Direct box passiva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Corpo de Bateria Tama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kit de bateria Sennheiser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10 Pedestais de Microfone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Amplificador de Baixo Gk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Amplificador de Guitarra Fender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2</a:t>
                      </a: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Microfone sem fio Sennheiser EW 100 G4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Controladora Pionner Dj Xdj RX2</a:t>
                      </a:r>
                      <a:endParaRPr sz="1200"/>
                    </a:p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t-BR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pt-BR" sz="16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 de Luz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Moving head bean 9R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par 64 led rgbw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Par led cob 200w quente e frio 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Máquina de fumaça HB light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5</a:t>
                      </a: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Ribalta 18x12 watts rgbw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Strobo 1000 watts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2 mini brut 4 lâmpadas 200w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Estrutura Box truss com sleeve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Forração em carpete preto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4 Cinta para elevação de carga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4 Talha manual com corrente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1 Mesa de Luz MA2 Command + 2 telas Touch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Praticável telescópico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Pés para praticável</a:t>
                      </a:r>
                      <a:endParaRPr sz="1200"/>
                    </a:p>
                  </a:txBody>
                  <a:tcPr marL="36000" marR="36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372</Words>
  <Application>Microsoft Office PowerPoint</Application>
  <PresentationFormat>Apresentação na tela (16:9)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12</vt:i4>
      </vt:variant>
      <vt:variant>
        <vt:lpstr>Títulos de slides</vt:lpstr>
      </vt:variant>
      <vt:variant>
        <vt:i4>7</vt:i4>
      </vt:variant>
    </vt:vector>
  </HeadingPairs>
  <TitlesOfParts>
    <vt:vector size="25" baseType="lpstr">
      <vt:lpstr>Arial</vt:lpstr>
      <vt:lpstr>Times New Roman</vt:lpstr>
      <vt:lpstr>Lora</vt:lpstr>
      <vt:lpstr>Lora Medium</vt:lpstr>
      <vt:lpstr>Lora SemiBold</vt:lpstr>
      <vt:lpstr>Noto Sans Symbols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ExC Rio Operacional</dc:creator>
  <cp:lastModifiedBy>ExC Rio Operacional</cp:lastModifiedBy>
  <cp:revision>3</cp:revision>
  <dcterms:modified xsi:type="dcterms:W3CDTF">2025-01-15T18:17:24Z</dcterms:modified>
</cp:coreProperties>
</file>