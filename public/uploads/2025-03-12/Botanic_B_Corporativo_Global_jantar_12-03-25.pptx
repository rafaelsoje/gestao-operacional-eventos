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</p:sldMasterIdLst>
  <p:notesMasterIdLst>
    <p:notesMasterId r:id="rId2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5143500" type="screen16x9"/>
  <p:notesSz cx="7559675" cy="10691813"/>
  <p:embeddedFontLst>
    <p:embeddedFont>
      <p:font typeface="Lora" pitchFamily="2" charset="0"/>
      <p:regular r:id="rId21"/>
      <p:bold r:id="rId22"/>
      <p:italic r:id="rId23"/>
      <p:boldItalic r:id="rId24"/>
    </p:embeddedFont>
    <p:embeddedFont>
      <p:font typeface="Lora Medium" pitchFamily="2" charset="0"/>
      <p:regular r:id="rId25"/>
      <p:bold r:id="rId26"/>
      <p:italic r:id="rId27"/>
      <p:boldItalic r:id="rId28"/>
    </p:embeddedFont>
    <p:embeddedFont>
      <p:font typeface="Lora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0E116B-6B34-4785-ABC1-6E2E67DBD128}">
  <a:tblStyle styleId="{300E116B-6B34-4785-ABC1-6E2E67DBD1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</a:t>
            </a: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12</a:t>
            </a: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/03/2025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400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598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Corporativo Global Master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8"/>
          <p:cNvGraphicFramePr/>
          <p:nvPr>
            <p:extLst>
              <p:ext uri="{D42A27DB-BD31-4B8C-83A1-F6EECF244321}">
                <p14:modId xmlns:p14="http://schemas.microsoft.com/office/powerpoint/2010/main" val="3026974872"/>
              </p:ext>
            </p:extLst>
          </p:nvPr>
        </p:nvGraphicFramePr>
        <p:xfrm>
          <a:off x="1390320" y="971640"/>
          <a:ext cx="6340350" cy="330700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ao Vivo para palco e Banda ou DJ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R$ 18.000,00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R$ 18.000,00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Rider  artístico, e palco e pista de dança. 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R$ 10.000,00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R$ 10.000,00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7 x 4 acabamento em carpete preto com 40cm 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R$ 3.000,00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R$ 3.000,00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strike="noStrike">
                        <a:solidFill>
                          <a:srgbClr val="000000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R$ 31.000,00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1714176" y="866847"/>
            <a:ext cx="2998800" cy="5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29"/>
          <p:cNvGraphicFramePr/>
          <p:nvPr>
            <p:extLst>
              <p:ext uri="{D42A27DB-BD31-4B8C-83A1-F6EECF244321}">
                <p14:modId xmlns:p14="http://schemas.microsoft.com/office/powerpoint/2010/main" val="2483004431"/>
              </p:ext>
            </p:extLst>
          </p:nvPr>
        </p:nvGraphicFramePr>
        <p:xfrm>
          <a:off x="1330713" y="1583473"/>
          <a:ext cx="6062453" cy="1959951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0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44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produção do áudio visual e montagem.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 3,000,00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R$ 34.000,00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Desconto de 20% 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caso de fechamento em 14 dias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Total R$ 27.200,00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1654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Data: </a:t>
            </a: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/03/2025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31"/>
          <p:cNvGraphicFramePr/>
          <p:nvPr/>
        </p:nvGraphicFramePr>
        <p:xfrm>
          <a:off x="457200" y="555780"/>
          <a:ext cx="8229250" cy="394717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41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475">
                <a:tc>
                  <a:txBody>
                    <a:bodyPr/>
                    <a:lstStyle/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Som </a:t>
                      </a:r>
                      <a:r>
                        <a:rPr lang="pt-BR" sz="1600"/>
                        <a:t>+ rider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Line Array </a:t>
                      </a:r>
                      <a:r>
                        <a:rPr lang="pt-BR" sz="1200"/>
                        <a:t>DB acustica  AL-1061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Subs</a:t>
                      </a:r>
                      <a:r>
                        <a:rPr lang="pt-BR" sz="1200"/>
                        <a:t> DB acústica 18” AES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Console </a:t>
                      </a:r>
                      <a:r>
                        <a:rPr lang="pt-BR" sz="1200"/>
                        <a:t>Behringer X32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Processador DB Séries 3x6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2k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6000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Caixas para monitor D.A.S. Vantec 12A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DJ Boot The Box PRo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3 sistemas In Ear Xvive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Power play behringer 8 vias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Direct box passiva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Corpo de Bateria Tama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kit de bateria Sennheiser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Pedestais de Microfone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Baixo Gk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Guitarra Fender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2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Microfone sem fio Sennheiser EW 100 G4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Controladora Pionner Dj Xdj RX2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Luz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Moving head bean 9R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par 64 led rgbw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Par led cob 200w quente e frio 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Máquina de fumaça HB light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5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Ribalta 18x12 watts rgbw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Strobo 1000 watts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mini brut 4 lâmpadas 200w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Estrutura Box truss com sleeve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Forração em carpete preto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Cinta para elevação de carga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Talha manual com corrente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1 Mesa de Luz MA2 Command + 2 telas Touch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Praticável telescópico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Pés para praticável</a:t>
                      </a:r>
                      <a:endParaRPr sz="1200"/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387</Words>
  <Application>Microsoft Office PowerPoint</Application>
  <PresentationFormat>Apresentação na tela 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7</vt:i4>
      </vt:variant>
    </vt:vector>
  </HeadingPairs>
  <TitlesOfParts>
    <vt:vector size="25" baseType="lpstr">
      <vt:lpstr>Noto Sans Symbols</vt:lpstr>
      <vt:lpstr>Lora</vt:lpstr>
      <vt:lpstr>Arial</vt:lpstr>
      <vt:lpstr>Times New Roman</vt:lpstr>
      <vt:lpstr>Lora SemiBold</vt:lpstr>
      <vt:lpstr>Lora Medium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ExC Rio Operacional</dc:creator>
  <cp:lastModifiedBy>ExC Rio Operacional</cp:lastModifiedBy>
  <cp:revision>4</cp:revision>
  <dcterms:modified xsi:type="dcterms:W3CDTF">2025-01-15T20:01:44Z</dcterms:modified>
</cp:coreProperties>
</file>