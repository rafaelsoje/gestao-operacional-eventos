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Lora" pitchFamily="2" charset="0"/>
      <p:regular r:id="rId9"/>
      <p:bold r:id="rId10"/>
      <p:italic r:id="rId11"/>
      <p:boldItalic r:id="rId12"/>
    </p:embeddedFont>
    <p:embeddedFont>
      <p:font typeface="Lora Medium" pitchFamily="2" charset="0"/>
      <p:regular r:id="rId13"/>
      <p:bold r:id="rId14"/>
      <p:italic r:id="rId15"/>
      <p:boldItalic r:id="rId16"/>
    </p:embeddedFont>
    <p:embeddedFont>
      <p:font typeface="Lora SemiBold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A510E43-26D0-4495-967C-FF2BA534FFD7}">
  <a:tblStyle styleId="{9A510E43-26D0-4495-967C-FF2BA534FF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12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12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efefe15a1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12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efefe15a1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efefe15a1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efefe15a1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efefe15a1a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efefe15a1a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efefe15a1a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efefe15a1a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efefe15a1a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efefe15a1a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105100" tIns="105100" rIns="105100" bIns="1051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marL="457200" lvl="0" indent="-36195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105100" tIns="105100" rIns="105100" bIns="1051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8100" cy="40908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105100" tIns="105100" rIns="105100" bIns="1051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300" cy="36951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marL="457200" lvl="0" indent="-36195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105100" tIns="105100" rIns="105100" bIns="1051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105100" tIns="105100" rIns="105100" bIns="105100" anchor="t" anchorCtr="0">
            <a:normAutofit/>
          </a:bodyPr>
          <a:lstStyle>
            <a:lvl1pPr marL="457200" lvl="0" indent="-361950" algn="ctr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marL="914400" lvl="1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t" anchorCtr="0">
            <a:normAutofit/>
          </a:bodyPr>
          <a:lstStyle>
            <a:lvl1pPr marL="457200" lvl="0" indent="-3619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  <a:defRPr sz="2100">
                <a:solidFill>
                  <a:schemeClr val="dk2"/>
                </a:solidFill>
              </a:defRPr>
            </a:lvl1pPr>
            <a:lvl2pPr marL="914400" lvl="1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marL="1371600" lvl="2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marL="1828800" lvl="3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marL="2286000" lvl="4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marL="2743200" lvl="5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6pPr>
            <a:lvl7pPr marL="3200400" lvl="6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7pPr>
            <a:lvl8pPr marL="3657600" lvl="7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8pPr>
            <a:lvl9pPr marL="4114800" lvl="8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50936" y="132400"/>
            <a:ext cx="8842127" cy="487869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8533" y="0"/>
            <a:ext cx="9262531" cy="5210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8533" y="0"/>
            <a:ext cx="9262531" cy="521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316426" y="1617336"/>
            <a:ext cx="4812000" cy="29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PROPOSTA DE LOCAÇÃO</a:t>
            </a:r>
            <a:endParaRPr sz="2100" b="1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Data o Evento: 17/12/2024</a:t>
            </a:r>
            <a:endParaRPr sz="2100" dirty="0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Local do Evento: EXC</a:t>
            </a:r>
            <a:endParaRPr sz="2100" dirty="0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Nº de pessoas: 200 a 300</a:t>
            </a: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Evento Festa de final de Ano </a:t>
            </a:r>
            <a:r>
              <a:rPr lang="pt-BR" sz="2100" dirty="0" err="1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vinci</a:t>
            </a:r>
            <a:r>
              <a:rPr lang="pt-BR" sz="2100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 </a:t>
            </a:r>
            <a:r>
              <a:rPr lang="pt-BR" sz="210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parther</a:t>
            </a:r>
            <a:endParaRPr sz="2300" dirty="0">
              <a:solidFill>
                <a:schemeClr val="dk2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Google Shape;71;p16"/>
          <p:cNvGraphicFramePr/>
          <p:nvPr>
            <p:extLst>
              <p:ext uri="{D42A27DB-BD31-4B8C-83A1-F6EECF244321}">
                <p14:modId xmlns:p14="http://schemas.microsoft.com/office/powerpoint/2010/main" val="31811348"/>
              </p:ext>
            </p:extLst>
          </p:nvPr>
        </p:nvGraphicFramePr>
        <p:xfrm>
          <a:off x="1390363" y="971500"/>
          <a:ext cx="6341050" cy="3263950"/>
        </p:xfrm>
        <a:graphic>
          <a:graphicData uri="http://schemas.openxmlformats.org/drawingml/2006/table">
            <a:tbl>
              <a:tblPr bandRow="1">
                <a:noFill/>
                <a:tableStyleId>{9A510E43-26D0-4495-967C-FF2BA534FFD7}</a:tableStyleId>
              </a:tblPr>
              <a:tblGrid>
                <a:gridCol w="158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pt-BR" sz="1100">
                          <a:latin typeface="Lora"/>
                          <a:ea typeface="Lora"/>
                          <a:cs typeface="Lora"/>
                          <a:sym typeface="Lora"/>
                        </a:rPr>
                        <a:t>DESCRIÇÃO</a:t>
                      </a:r>
                      <a:endParaRPr sz="11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pt-BR" sz="1100">
                          <a:latin typeface="Lora"/>
                          <a:ea typeface="Lora"/>
                          <a:cs typeface="Lora"/>
                          <a:sym typeface="Lora"/>
                        </a:rPr>
                        <a:t>QUANTIDADE</a:t>
                      </a:r>
                      <a:endParaRPr sz="11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pt-BR" sz="1100">
                          <a:latin typeface="Lora"/>
                          <a:ea typeface="Lora"/>
                          <a:cs typeface="Lora"/>
                          <a:sym typeface="Lora"/>
                        </a:rPr>
                        <a:t>UNITÁRIO</a:t>
                      </a:r>
                      <a:endParaRPr sz="11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TOTAL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latin typeface="Lora"/>
                          <a:ea typeface="Lora"/>
                          <a:cs typeface="Lora"/>
                          <a:sym typeface="Lora"/>
                        </a:rPr>
                        <a:t>Sonorização para pista de dança ou plenária</a:t>
                      </a:r>
                      <a:endParaRPr sz="11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                  1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R$ 5.000,00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R$ 5.000,00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Iluminação para </a:t>
                      </a:r>
                      <a:r>
                        <a:rPr lang="pt-BR" sz="1100" dirty="0" err="1">
                          <a:latin typeface="Lora"/>
                          <a:ea typeface="Lora"/>
                          <a:cs typeface="Lora"/>
                          <a:sym typeface="Lora"/>
                        </a:rPr>
                        <a:t>rider</a:t>
                      </a: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  artístico ou plenária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                  1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R$ 5.000,00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R$ 5.000,00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Palco com  até 6 x 4  acabamento em carpete preto.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                   1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R$ 3.750,00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R$ 3.750,00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Valor Total 1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TOTAL: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"/>
                          <a:ea typeface="Lora"/>
                          <a:cs typeface="Lora"/>
                          <a:sym typeface="Lora"/>
                        </a:rPr>
                        <a:t>R$ 13.750,00</a:t>
                      </a:r>
                      <a:endParaRPr sz="1100" dirty="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/>
        </p:nvSpPr>
        <p:spPr>
          <a:xfrm>
            <a:off x="1684350" y="1588000"/>
            <a:ext cx="3000000" cy="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100" b="1">
                <a:latin typeface="Lora"/>
                <a:ea typeface="Lora"/>
                <a:cs typeface="Lora"/>
                <a:sym typeface="Lora"/>
              </a:rPr>
              <a:t>ADICIONAIS </a:t>
            </a:r>
            <a:endParaRPr sz="1100" b="1"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77" name="Google Shape;77;p17"/>
          <p:cNvGraphicFramePr/>
          <p:nvPr>
            <p:extLst>
              <p:ext uri="{D42A27DB-BD31-4B8C-83A1-F6EECF244321}">
                <p14:modId xmlns:p14="http://schemas.microsoft.com/office/powerpoint/2010/main" val="21921892"/>
              </p:ext>
            </p:extLst>
          </p:nvPr>
        </p:nvGraphicFramePr>
        <p:xfrm>
          <a:off x="1779588" y="2184087"/>
          <a:ext cx="5584825" cy="1942209"/>
        </p:xfrm>
        <a:graphic>
          <a:graphicData uri="http://schemas.openxmlformats.org/drawingml/2006/table">
            <a:tbl>
              <a:tblPr bandRow="1">
                <a:noFill/>
                <a:tableStyleId>{9A510E43-26D0-4495-967C-FF2BA534FFD7}</a:tableStyleId>
              </a:tblPr>
              <a:tblGrid>
                <a:gridCol w="186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167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Painel de led 6 x 4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                      1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Valor R$ 10.500,00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67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Operador de áudio visual O VJ para conteúdo.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                      1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Valor R$ 800.00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844867270"/>
                  </a:ext>
                </a:extLst>
              </a:tr>
              <a:tr h="4401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Equipe operacional de montagem e para produção de conteúdo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                      1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Valor R$ 2.100,00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3587303826"/>
                  </a:ext>
                </a:extLst>
              </a:tr>
              <a:tr h="33593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Valor Total 1 + Total 2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                      1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A partir de R$ 27.150,00</a:t>
                      </a:r>
                      <a:endParaRPr sz="1100" dirty="0"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23571443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/>
        </p:nvSpPr>
        <p:spPr>
          <a:xfrm>
            <a:off x="427050" y="952675"/>
            <a:ext cx="4532400" cy="3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b="1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FORMA DE PAGAMENTO</a:t>
            </a:r>
            <a:endParaRPr sz="1100" b="1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Sinal (50%): na assinatura do contrato.</a:t>
            </a:r>
            <a:b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Restante (50%): 25 dias antes do evento.</a:t>
            </a:r>
            <a:b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b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ID Cliente:</a:t>
            </a:r>
            <a:endParaRPr sz="1100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Data: 17/12/2024</a:t>
            </a:r>
            <a:b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endParaRPr sz="1100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dirty="0">
                <a:solidFill>
                  <a:schemeClr val="dk1"/>
                </a:solidFill>
                <a:latin typeface="Lora SemiBold"/>
                <a:ea typeface="Lora SemiBold"/>
                <a:cs typeface="Lora SemiBold"/>
                <a:sym typeface="Lora SemiBold"/>
              </a:rPr>
              <a:t>Dados para faturamento:    </a:t>
            </a:r>
            <a:b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Stone Instituição de Pagamentos</a:t>
            </a:r>
            <a:endParaRPr sz="1100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Agência: 0001</a:t>
            </a:r>
            <a:b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Conta: 53650-8</a:t>
            </a:r>
            <a:b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CNPJ: 36.147.661/0001-91</a:t>
            </a:r>
            <a:b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Titular: Guga </a:t>
            </a:r>
            <a:r>
              <a:rPr lang="pt-BR" sz="1100" dirty="0" err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Wigert</a:t>
            </a: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DJ e Produção de Eventos</a:t>
            </a:r>
            <a:endParaRPr sz="1100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207</Words>
  <Application>Microsoft Office PowerPoint</Application>
  <PresentationFormat>Apresentação na tela (16:9)</PresentationFormat>
  <Paragraphs>42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Lora Medium</vt:lpstr>
      <vt:lpstr>Lora SemiBold</vt:lpstr>
      <vt:lpstr>Arial</vt:lpstr>
      <vt:lpstr>Lora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ExC Rio Operacional</dc:creator>
  <cp:lastModifiedBy>ExC Rio Operacional</cp:lastModifiedBy>
  <cp:revision>17</cp:revision>
  <dcterms:modified xsi:type="dcterms:W3CDTF">2024-08-21T16:30:10Z</dcterms:modified>
</cp:coreProperties>
</file>